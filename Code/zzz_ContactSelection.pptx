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8716-96F6-6786-799E-FEBA680AD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48624-980A-6CF0-2691-4B5CB2C12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013DE-2B84-F63E-289E-B378855D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0D48A-1692-0432-A91E-AD7A476B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7B5B-62C6-D830-DB3C-D05E4F47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3B6A-DA08-2572-3617-CB6064B8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73A98-490B-69A7-37D0-A03DF700C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E1C2A-08F3-58FC-25A3-1F96BB63E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9DE6-B227-0F9D-3D47-63ED6AF9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6E33C-DB4F-4F8C-E67A-AC74E727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8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D0D5-D99C-CDFD-F838-76CD5007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27244-D8A1-AE68-DFEB-6B52D5171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BE62A-5EA9-8922-4686-469E1197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41C90-1A37-605E-31EF-A56B812E4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347C6-B0E6-00D6-B53F-68AA7FA0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19A4-FE62-AE61-A2D2-EA8171B9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F32C2-5DF4-0433-28BC-339CE5940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56755-621A-4949-C74B-07E6F0B4B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D8B4A-B608-3D58-5F58-6A47E164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102D4-D79E-2DD2-5EFB-E5B92C19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34A36-15B7-DB15-F35C-D7FAA23A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5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C595-9037-D631-96E9-2DBC5EAC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2DD0E-2E18-FB93-3065-55508E550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97336-FA76-E935-EBE2-3B50B59C0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BA3C9-EA1F-9B36-D4F9-9540AC84F9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684A3-E144-BE3C-0A0E-D94B5913A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73848-58D6-26C0-4950-B0E62417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E0BC6-51E6-B687-AFC7-0FAE8DC1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1BCD9C-07ED-246C-4897-8C191865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0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3314-F540-9716-5CA2-2E349CBE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7374B-15D0-B608-6323-38F534C5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6AA5A-E01C-FE78-B1F8-65897376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39B67-E49C-75F3-1CD4-8A9B60F9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73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69773-C139-CA9C-FA8F-4733258D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469EA-DE74-069A-AD3A-C9CAAC29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AB9D2-411A-9DC8-DD3E-4954667D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2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59C9-4DAB-8A01-6281-CE22EFE6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8A561-0611-3CBF-6F8A-27BB3CE24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65BC0-6A53-B63E-8A07-C9325BED5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FE317-866F-449E-9D0A-477BBE5B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7D58F-B273-5C14-5C09-F7F11BA6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6B3C6-B8FC-2AF3-9502-5A40EDD2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C749-0809-4AFA-73F8-57BB7FF5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15E0B7-7CE9-A2D5-4270-8C3263015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D593C-DC48-2983-716F-41F04EB0F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F05C4-454F-FDE1-9CFC-55E57EC86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2B031-0642-4B39-F689-9A9FD2D50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DC9B7-A66B-EE12-DF94-4EAEBFFD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6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6A4D-6AC6-FE9E-98DB-25364113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7810B-EF8A-E682-3BF1-D9BCD9E44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63BE4-CC9D-7E54-D192-DB4F0544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166C7-8A62-4FD3-8901-44D4D7A1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64245-8911-47B5-915B-AE022639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92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19BB7-1AEE-47D3-0571-ABE6791EA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4F331-27E0-4B47-FAAE-D940AEC50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1BA09-5260-CF77-E246-338497935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8B14F-A821-2710-5BCC-653FD32E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4335E-56CF-9CD4-911A-1385AE31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0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F4C3C-0F83-1143-C61B-8700B267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D7FC4-4756-6E73-26A0-392D6AC7B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4326D-0EB5-0BFC-F81F-83FFA6251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07FCA-0BA9-48D5-9F51-C6CF87FB8F5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6F6D-E938-029C-D0FF-DE4FFB691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7F99A-B9B2-C22D-9B60-4AFBAC4B3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39D30-CD04-4F6F-A257-6829FC173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1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C627538D-F361-AD5F-85A6-BD27BA7FC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58" y="0"/>
            <a:ext cx="1453896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036B6FC-264B-2D2A-FA49-83693A64C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602" y="0"/>
            <a:ext cx="1453896" cy="6858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949D0FC-4752-B993-CA28-85E3214E0488}"/>
              </a:ext>
            </a:extLst>
          </p:cNvPr>
          <p:cNvSpPr txBox="1"/>
          <p:nvPr/>
        </p:nvSpPr>
        <p:spPr>
          <a:xfrm>
            <a:off x="8581134" y="5127583"/>
            <a:ext cx="59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244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CAE3757-588C-F45B-9087-A2C101990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595" y="0"/>
            <a:ext cx="1453896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1E28447-7E75-A330-1AD3-26C399BC241D}"/>
              </a:ext>
            </a:extLst>
          </p:cNvPr>
          <p:cNvSpPr txBox="1"/>
          <p:nvPr/>
        </p:nvSpPr>
        <p:spPr>
          <a:xfrm>
            <a:off x="10155219" y="2824222"/>
            <a:ext cx="59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16DB3A-ABA0-7FBF-BC38-119AF5F68129}"/>
              </a:ext>
            </a:extLst>
          </p:cNvPr>
          <p:cNvSpPr txBox="1"/>
          <p:nvPr/>
        </p:nvSpPr>
        <p:spPr>
          <a:xfrm>
            <a:off x="11600945" y="5138630"/>
            <a:ext cx="59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2A7B3C-E8F8-4A60-B14F-C04A82636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" y="0"/>
            <a:ext cx="1457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18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05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29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 Bo</dc:creator>
  <cp:lastModifiedBy>htan</cp:lastModifiedBy>
  <cp:revision>114</cp:revision>
  <dcterms:created xsi:type="dcterms:W3CDTF">2025-07-22T09:00:00Z</dcterms:created>
  <dcterms:modified xsi:type="dcterms:W3CDTF">2026-02-18T13:40:10Z</dcterms:modified>
</cp:coreProperties>
</file>